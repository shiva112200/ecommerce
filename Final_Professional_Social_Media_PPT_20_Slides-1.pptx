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274320" cy="548640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Impact of Social Media on Youth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80467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1F5F9"/>
                </a:solidFill>
              </a:defRPr>
            </a:pPr>
            <a:r>
              <a:t>Presented By:</a:t>
            </a:r>
          </a:p>
          <a:p>
            <a:pPr>
              <a:defRPr sz="2000">
                <a:solidFill>
                  <a:srgbClr val="F1F5F9"/>
                </a:solidFill>
              </a:defRPr>
            </a:pPr>
            <a:r>
              <a:t>Arpit Gupta</a:t>
            </a:r>
          </a:p>
          <a:p>
            <a:pPr>
              <a:defRPr sz="2000">
                <a:solidFill>
                  <a:srgbClr val="F1F5F9"/>
                </a:solidFill>
              </a:defRPr>
            </a:pPr>
            <a:r>
              <a:t>Shiva Vaidya</a:t>
            </a:r>
          </a:p>
          <a:p>
            <a:pPr>
              <a:defRPr sz="2000">
                <a:solidFill>
                  <a:srgbClr val="F1F5F9"/>
                </a:solidFill>
              </a:defRPr>
            </a:pPr>
            <a:endParaRPr/>
          </a:p>
          <a:p>
            <a:pPr>
              <a:defRPr sz="2000">
                <a:solidFill>
                  <a:srgbClr val="F1F5F9"/>
                </a:solidFill>
              </a:defRPr>
            </a:pPr>
            <a:r>
              <a:t>Connecting the World, Changing 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Slide 1</a:t>
            </a:r>
          </a:p>
        </p:txBody>
      </p:sp>
      <p:sp>
        <p:nvSpPr>
          <p:cNvPr id="8" name="Oval 7"/>
          <p:cNvSpPr/>
          <p:nvPr/>
        </p:nvSpPr>
        <p:spPr>
          <a:xfrm>
            <a:off x="8046720" y="5394960"/>
            <a:ext cx="457200" cy="457200"/>
          </a:xfrm>
          <a:prstGeom prst="ellipse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03920" y="5715000"/>
            <a:ext cx="274320" cy="2743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274320" cy="548640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80467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1F5F9"/>
                </a:solidFill>
              </a:defRPr>
            </a:pPr>
            <a:r>
              <a:t>Social media refers to online platforms where people communicate, share content, and interact with others worldwide.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endParaRPr/>
          </a:p>
          <a:p>
            <a:pPr>
              <a:defRPr sz="1800">
                <a:solidFill>
                  <a:srgbClr val="F1F5F9"/>
                </a:solidFill>
              </a:defRPr>
            </a:pPr>
            <a:r>
              <a:t>It has become an important part of daily life, especially for youth.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Slide 2</a:t>
            </a:r>
          </a:p>
        </p:txBody>
      </p:sp>
      <p:sp>
        <p:nvSpPr>
          <p:cNvPr id="8" name="Oval 7"/>
          <p:cNvSpPr/>
          <p:nvPr/>
        </p:nvSpPr>
        <p:spPr>
          <a:xfrm>
            <a:off x="8046720" y="5394960"/>
            <a:ext cx="457200" cy="457200"/>
          </a:xfrm>
          <a:prstGeom prst="ellipse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03920" y="5715000"/>
            <a:ext cx="274320" cy="2743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274320" cy="548640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is Social Media?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80467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1F5F9"/>
                </a:solidFill>
              </a:defRPr>
            </a:pPr>
            <a:r>
              <a:t>Social media includes applications and websites that allow users to create and share content.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endParaRPr/>
          </a:p>
          <a:p>
            <a:pPr>
              <a:defRPr sz="1800">
                <a:solidFill>
                  <a:srgbClr val="F1F5F9"/>
                </a:solidFill>
              </a:defRPr>
            </a:pPr>
            <a:r>
              <a:t>Examples include Instagram, Facebook, WhatsApp, YouTube, Snapchat, and X (Twitter).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Slide 3</a:t>
            </a:r>
          </a:p>
        </p:txBody>
      </p:sp>
      <p:sp>
        <p:nvSpPr>
          <p:cNvPr id="8" name="Oval 7"/>
          <p:cNvSpPr/>
          <p:nvPr/>
        </p:nvSpPr>
        <p:spPr>
          <a:xfrm>
            <a:off x="8046720" y="5394960"/>
            <a:ext cx="457200" cy="457200"/>
          </a:xfrm>
          <a:prstGeom prst="ellipse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03920" y="5715000"/>
            <a:ext cx="274320" cy="2743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274320" cy="548640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Popularity Among Youth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80467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1F5F9"/>
                </a:solidFill>
              </a:defRPr>
            </a:pPr>
            <a:r>
              <a:t>Young people spend several hours daily on social media for entertainment, communication, education, and following trends.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endParaRPr/>
          </a:p>
          <a:p>
            <a:pPr>
              <a:defRPr sz="1800">
                <a:solidFill>
                  <a:srgbClr val="F1F5F9"/>
                </a:solidFill>
              </a:defRPr>
            </a:pPr>
            <a:r>
              <a:t>It has become one of the biggest sources of information and entertainment.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Slide 4</a:t>
            </a:r>
          </a:p>
        </p:txBody>
      </p:sp>
      <p:sp>
        <p:nvSpPr>
          <p:cNvPr id="8" name="Oval 7"/>
          <p:cNvSpPr/>
          <p:nvPr/>
        </p:nvSpPr>
        <p:spPr>
          <a:xfrm>
            <a:off x="8046720" y="5394960"/>
            <a:ext cx="457200" cy="457200"/>
          </a:xfrm>
          <a:prstGeom prst="ellipse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03920" y="5715000"/>
            <a:ext cx="274320" cy="2743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274320" cy="548640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Reasons for Using Social Media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80467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1F5F9"/>
                </a:solidFill>
              </a:defRPr>
            </a:pPr>
            <a:r>
              <a:t>Youth use social media to connect with friends, watch videos, learn new skills, share experiences, and follow celebrities and influencers.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endParaRPr/>
          </a:p>
          <a:p>
            <a:pPr>
              <a:defRPr sz="1800">
                <a:solidFill>
                  <a:srgbClr val="F1F5F9"/>
                </a:solidFill>
              </a:defRPr>
            </a:pPr>
            <a:r>
              <a:t>It also helps students participate in online communities.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Slide 5</a:t>
            </a:r>
          </a:p>
        </p:txBody>
      </p:sp>
      <p:sp>
        <p:nvSpPr>
          <p:cNvPr id="8" name="Oval 7"/>
          <p:cNvSpPr/>
          <p:nvPr/>
        </p:nvSpPr>
        <p:spPr>
          <a:xfrm>
            <a:off x="8046720" y="5394960"/>
            <a:ext cx="457200" cy="457200"/>
          </a:xfrm>
          <a:prstGeom prst="ellipse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03920" y="5715000"/>
            <a:ext cx="274320" cy="2743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274320" cy="548640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Positive Impact - Communication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80467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1F5F9"/>
                </a:solidFill>
              </a:defRPr>
            </a:pPr>
            <a:r>
              <a:t>Social media makes communication faster and easier.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endParaRPr/>
          </a:p>
          <a:p>
            <a:pPr>
              <a:defRPr sz="1800">
                <a:solidFill>
                  <a:srgbClr val="F1F5F9"/>
                </a:solidFill>
              </a:defRPr>
            </a:pPr>
            <a:r>
              <a:t>People can instantly connect through chats, voice calls, and video calls.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endParaRPr/>
          </a:p>
          <a:p>
            <a:pPr>
              <a:defRPr sz="1800">
                <a:solidFill>
                  <a:srgbClr val="F1F5F9"/>
                </a:solidFill>
              </a:defRPr>
            </a:pPr>
            <a:r>
              <a:t>It also helps maintain long-distance relationships.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Slide 6</a:t>
            </a:r>
          </a:p>
        </p:txBody>
      </p:sp>
      <p:sp>
        <p:nvSpPr>
          <p:cNvPr id="8" name="Oval 7"/>
          <p:cNvSpPr/>
          <p:nvPr/>
        </p:nvSpPr>
        <p:spPr>
          <a:xfrm>
            <a:off x="8046720" y="5394960"/>
            <a:ext cx="457200" cy="457200"/>
          </a:xfrm>
          <a:prstGeom prst="ellipse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03920" y="5715000"/>
            <a:ext cx="274320" cy="2743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274320" cy="548640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Positive Impact - Education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80467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1F5F9"/>
                </a:solidFill>
              </a:defRPr>
            </a:pPr>
            <a:r>
              <a:t>Educational videos, online courses, tutorials, and digital classrooms help students learn easily.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endParaRPr/>
          </a:p>
          <a:p>
            <a:pPr>
              <a:defRPr sz="1800">
                <a:solidFill>
                  <a:srgbClr val="F1F5F9"/>
                </a:solidFill>
              </a:defRPr>
            </a:pPr>
            <a:r>
              <a:t>Students can access study materials anytime and improve their knowledge.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Slide 7</a:t>
            </a:r>
          </a:p>
        </p:txBody>
      </p:sp>
      <p:sp>
        <p:nvSpPr>
          <p:cNvPr id="8" name="Oval 7"/>
          <p:cNvSpPr/>
          <p:nvPr/>
        </p:nvSpPr>
        <p:spPr>
          <a:xfrm>
            <a:off x="8046720" y="5394960"/>
            <a:ext cx="457200" cy="457200"/>
          </a:xfrm>
          <a:prstGeom prst="ellipse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03920" y="5715000"/>
            <a:ext cx="274320" cy="2743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274320" cy="548640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Positive Impact - Career Opportunities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80467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1F5F9"/>
                </a:solidFill>
              </a:defRPr>
            </a:pPr>
            <a:r>
              <a:t>Social media creates opportunities for freelancing, digital marketing, content creation, and online businesses.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endParaRPr/>
          </a:p>
          <a:p>
            <a:pPr>
              <a:defRPr sz="1800">
                <a:solidFill>
                  <a:srgbClr val="F1F5F9"/>
                </a:solidFill>
              </a:defRPr>
            </a:pPr>
            <a:r>
              <a:t>Many young people earn money through social media platforms.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Slide 8</a:t>
            </a:r>
          </a:p>
        </p:txBody>
      </p:sp>
      <p:sp>
        <p:nvSpPr>
          <p:cNvPr id="8" name="Oval 7"/>
          <p:cNvSpPr/>
          <p:nvPr/>
        </p:nvSpPr>
        <p:spPr>
          <a:xfrm>
            <a:off x="8046720" y="5394960"/>
            <a:ext cx="457200" cy="457200"/>
          </a:xfrm>
          <a:prstGeom prst="ellipse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03920" y="5715000"/>
            <a:ext cx="274320" cy="2743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274320" cy="548640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Positive Impact - Awareness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80467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1F5F9"/>
                </a:solidFill>
              </a:defRPr>
            </a:pPr>
            <a:r>
              <a:t>Social media spreads awareness about social issues, health campaigns, environmental protection, and public safety.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endParaRPr/>
          </a:p>
          <a:p>
            <a:pPr>
              <a:defRPr sz="1800">
                <a:solidFill>
                  <a:srgbClr val="F1F5F9"/>
                </a:solidFill>
              </a:defRPr>
            </a:pPr>
            <a:r>
              <a:t>News and important updates spread quickly.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Slide 9</a:t>
            </a:r>
          </a:p>
        </p:txBody>
      </p:sp>
      <p:sp>
        <p:nvSpPr>
          <p:cNvPr id="8" name="Oval 7"/>
          <p:cNvSpPr/>
          <p:nvPr/>
        </p:nvSpPr>
        <p:spPr>
          <a:xfrm>
            <a:off x="8046720" y="5394960"/>
            <a:ext cx="457200" cy="457200"/>
          </a:xfrm>
          <a:prstGeom prst="ellipse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03920" y="5715000"/>
            <a:ext cx="274320" cy="2743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274320" cy="548640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Negative Impact - Addiction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80467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1F5F9"/>
                </a:solidFill>
              </a:defRPr>
            </a:pPr>
            <a:r>
              <a:t>Many young people become addicted to social media.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endParaRPr/>
          </a:p>
          <a:p>
            <a:pPr>
              <a:defRPr sz="1800">
                <a:solidFill>
                  <a:srgbClr val="F1F5F9"/>
                </a:solidFill>
              </a:defRPr>
            </a:pPr>
            <a:r>
              <a:t>Excessive scrolling wastes time, reduces concentration, and affects productivity.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endParaRPr/>
          </a:p>
          <a:p>
            <a:pPr>
              <a:defRPr sz="1800">
                <a:solidFill>
                  <a:srgbClr val="F1F5F9"/>
                </a:solidFill>
              </a:defRPr>
            </a:pPr>
            <a:r>
              <a:t>It can also disturb sleep patterns.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Slide 10</a:t>
            </a:r>
          </a:p>
        </p:txBody>
      </p:sp>
      <p:sp>
        <p:nvSpPr>
          <p:cNvPr id="8" name="Oval 7"/>
          <p:cNvSpPr/>
          <p:nvPr/>
        </p:nvSpPr>
        <p:spPr>
          <a:xfrm>
            <a:off x="8046720" y="5394960"/>
            <a:ext cx="457200" cy="457200"/>
          </a:xfrm>
          <a:prstGeom prst="ellipse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03920" y="5715000"/>
            <a:ext cx="274320" cy="2743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274320" cy="548640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Negative Impact - Mental Health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80467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1F5F9"/>
                </a:solidFill>
              </a:defRPr>
            </a:pPr>
            <a:r>
              <a:t>Constant comparison with others can create stress, anxiety, depression, and low self-confidence.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endParaRPr/>
          </a:p>
          <a:p>
            <a:pPr>
              <a:defRPr sz="1800">
                <a:solidFill>
                  <a:srgbClr val="F1F5F9"/>
                </a:solidFill>
              </a:defRPr>
            </a:pPr>
            <a:r>
              <a:t>Fear of Missing Out (FOMO) is also common among youth.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Slide 11</a:t>
            </a:r>
          </a:p>
        </p:txBody>
      </p:sp>
      <p:sp>
        <p:nvSpPr>
          <p:cNvPr id="8" name="Oval 7"/>
          <p:cNvSpPr/>
          <p:nvPr/>
        </p:nvSpPr>
        <p:spPr>
          <a:xfrm>
            <a:off x="8046720" y="5394960"/>
            <a:ext cx="457200" cy="457200"/>
          </a:xfrm>
          <a:prstGeom prst="ellipse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03920" y="5715000"/>
            <a:ext cx="274320" cy="2743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274320" cy="548640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Negative Impact - Cyberbullying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80467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1F5F9"/>
                </a:solidFill>
              </a:defRPr>
            </a:pPr>
            <a:r>
              <a:t>Cyberbullying includes online harassment, hate comments, and fake accounts.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endParaRPr/>
          </a:p>
          <a:p>
            <a:pPr>
              <a:defRPr sz="1800">
                <a:solidFill>
                  <a:srgbClr val="F1F5F9"/>
                </a:solidFill>
              </a:defRPr>
            </a:pPr>
            <a:r>
              <a:t>It can seriously affect emotional and mental health.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Slide 12</a:t>
            </a:r>
          </a:p>
        </p:txBody>
      </p:sp>
      <p:sp>
        <p:nvSpPr>
          <p:cNvPr id="8" name="Oval 7"/>
          <p:cNvSpPr/>
          <p:nvPr/>
        </p:nvSpPr>
        <p:spPr>
          <a:xfrm>
            <a:off x="8046720" y="5394960"/>
            <a:ext cx="457200" cy="457200"/>
          </a:xfrm>
          <a:prstGeom prst="ellipse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03920" y="5715000"/>
            <a:ext cx="274320" cy="2743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274320" cy="548640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Negative Impact - Privacy Issues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80467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1F5F9"/>
                </a:solidFill>
              </a:defRPr>
            </a:pPr>
            <a:r>
              <a:t>Many users unknowingly share personal information online.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endParaRPr/>
          </a:p>
          <a:p>
            <a:pPr>
              <a:defRPr sz="1800">
                <a:solidFill>
                  <a:srgbClr val="F1F5F9"/>
                </a:solidFill>
              </a:defRPr>
            </a:pPr>
            <a:r>
              <a:t>This can lead to data theft, scams, hacking, and misuse of private information.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Slide 13</a:t>
            </a:r>
          </a:p>
        </p:txBody>
      </p:sp>
      <p:sp>
        <p:nvSpPr>
          <p:cNvPr id="8" name="Oval 7"/>
          <p:cNvSpPr/>
          <p:nvPr/>
        </p:nvSpPr>
        <p:spPr>
          <a:xfrm>
            <a:off x="8046720" y="5394960"/>
            <a:ext cx="457200" cy="457200"/>
          </a:xfrm>
          <a:prstGeom prst="ellipse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03920" y="5715000"/>
            <a:ext cx="274320" cy="2743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274320" cy="548640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Health Problems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80467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1F5F9"/>
                </a:solidFill>
              </a:defRPr>
            </a:pPr>
            <a:r>
              <a:t>Excessive social media usage may cause eye strain, headaches, neck pain, poor posture, and reduced physical activity.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endParaRPr/>
          </a:p>
          <a:p>
            <a:pPr>
              <a:defRPr sz="1800">
                <a:solidFill>
                  <a:srgbClr val="F1F5F9"/>
                </a:solidFill>
              </a:defRPr>
            </a:pPr>
            <a:r>
              <a:t>Lack of sleep is also a major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Slide 14</a:t>
            </a:r>
          </a:p>
        </p:txBody>
      </p:sp>
      <p:sp>
        <p:nvSpPr>
          <p:cNvPr id="8" name="Oval 7"/>
          <p:cNvSpPr/>
          <p:nvPr/>
        </p:nvSpPr>
        <p:spPr>
          <a:xfrm>
            <a:off x="8046720" y="5394960"/>
            <a:ext cx="457200" cy="457200"/>
          </a:xfrm>
          <a:prstGeom prst="ellipse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03920" y="5715000"/>
            <a:ext cx="274320" cy="2743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274320" cy="548640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Impact on Academic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80467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1F5F9"/>
                </a:solidFill>
              </a:defRPr>
            </a:pPr>
            <a:r>
              <a:t>Students often lose focus on studies because of continuous notifications and entertainment content.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endParaRPr/>
          </a:p>
          <a:p>
            <a:pPr>
              <a:defRPr sz="1800">
                <a:solidFill>
                  <a:srgbClr val="F1F5F9"/>
                </a:solidFill>
              </a:defRPr>
            </a:pPr>
            <a:r>
              <a:t>Too much screen time can reduce academic performance.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Slide 15</a:t>
            </a:r>
          </a:p>
        </p:txBody>
      </p:sp>
      <p:sp>
        <p:nvSpPr>
          <p:cNvPr id="8" name="Oval 7"/>
          <p:cNvSpPr/>
          <p:nvPr/>
        </p:nvSpPr>
        <p:spPr>
          <a:xfrm>
            <a:off x="8046720" y="5394960"/>
            <a:ext cx="457200" cy="457200"/>
          </a:xfrm>
          <a:prstGeom prst="ellipse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03920" y="5715000"/>
            <a:ext cx="274320" cy="2743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274320" cy="548640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Role of Parents and Teachers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80467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1F5F9"/>
                </a:solidFill>
              </a:defRPr>
            </a:pPr>
            <a:r>
              <a:t>Parents and teachers should guide students about responsible social media usage.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endParaRPr/>
          </a:p>
          <a:p>
            <a:pPr>
              <a:defRPr sz="1800">
                <a:solidFill>
                  <a:srgbClr val="F1F5F9"/>
                </a:solidFill>
              </a:defRPr>
            </a:pPr>
            <a:r>
              <a:t>They should encourage outdoor activities and healthy habits.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Slide 16</a:t>
            </a:r>
          </a:p>
        </p:txBody>
      </p:sp>
      <p:sp>
        <p:nvSpPr>
          <p:cNvPr id="8" name="Oval 7"/>
          <p:cNvSpPr/>
          <p:nvPr/>
        </p:nvSpPr>
        <p:spPr>
          <a:xfrm>
            <a:off x="8046720" y="5394960"/>
            <a:ext cx="457200" cy="457200"/>
          </a:xfrm>
          <a:prstGeom prst="ellipse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03920" y="5715000"/>
            <a:ext cx="274320" cy="2743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274320" cy="548640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to Use Social Media Wisely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80467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1F5F9"/>
                </a:solidFill>
              </a:defRPr>
            </a:pPr>
            <a:r>
              <a:t>Set daily time limits, avoid harmful content, protect privacy settings, and follow educational pages.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endParaRPr/>
          </a:p>
          <a:p>
            <a:pPr>
              <a:defRPr sz="1800">
                <a:solidFill>
                  <a:srgbClr val="F1F5F9"/>
                </a:solidFill>
              </a:defRPr>
            </a:pPr>
            <a:r>
              <a:t>Balancing online and offline life is important.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Slide 17</a:t>
            </a:r>
          </a:p>
        </p:txBody>
      </p:sp>
      <p:sp>
        <p:nvSpPr>
          <p:cNvPr id="8" name="Oval 7"/>
          <p:cNvSpPr/>
          <p:nvPr/>
        </p:nvSpPr>
        <p:spPr>
          <a:xfrm>
            <a:off x="8046720" y="5394960"/>
            <a:ext cx="457200" cy="457200"/>
          </a:xfrm>
          <a:prstGeom prst="ellipse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03920" y="5715000"/>
            <a:ext cx="274320" cy="2743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274320" cy="548640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Future of Social Media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80467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1F5F9"/>
                </a:solidFill>
              </a:defRPr>
            </a:pPr>
            <a:r>
              <a:t>Future social media platforms may use Artificial Intelligence, Virtual Reality, and advanced personalization.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endParaRPr/>
          </a:p>
          <a:p>
            <a:pPr>
              <a:defRPr sz="1800">
                <a:solidFill>
                  <a:srgbClr val="F1F5F9"/>
                </a:solidFill>
              </a:defRPr>
            </a:pPr>
            <a:r>
              <a:t>Digital careers will continue growing rapidly.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Slide 18</a:t>
            </a:r>
          </a:p>
        </p:txBody>
      </p:sp>
      <p:sp>
        <p:nvSpPr>
          <p:cNvPr id="8" name="Oval 7"/>
          <p:cNvSpPr/>
          <p:nvPr/>
        </p:nvSpPr>
        <p:spPr>
          <a:xfrm>
            <a:off x="8046720" y="5394960"/>
            <a:ext cx="457200" cy="457200"/>
          </a:xfrm>
          <a:prstGeom prst="ellipse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03920" y="5715000"/>
            <a:ext cx="274320" cy="2743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274320" cy="548640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80467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1F5F9"/>
                </a:solidFill>
              </a:defRPr>
            </a:pPr>
            <a:r>
              <a:t>Social media has both positive and negative effects on youth.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endParaRPr/>
          </a:p>
          <a:p>
            <a:pPr>
              <a:defRPr sz="1800">
                <a:solidFill>
                  <a:srgbClr val="F1F5F9"/>
                </a:solidFill>
              </a:defRPr>
            </a:pPr>
            <a:r>
              <a:t>When used wisely, it can help in communication, education, and career growth.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endParaRPr/>
          </a:p>
          <a:p>
            <a:pPr>
              <a:defRPr sz="1800">
                <a:solidFill>
                  <a:srgbClr val="F1F5F9"/>
                </a:solidFill>
              </a:defRPr>
            </a:pPr>
            <a:r>
              <a:t>Balanced usage is the key to success.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Slide 19</a:t>
            </a:r>
          </a:p>
        </p:txBody>
      </p:sp>
      <p:sp>
        <p:nvSpPr>
          <p:cNvPr id="8" name="Oval 7"/>
          <p:cNvSpPr/>
          <p:nvPr/>
        </p:nvSpPr>
        <p:spPr>
          <a:xfrm>
            <a:off x="8046720" y="5394960"/>
            <a:ext cx="457200" cy="457200"/>
          </a:xfrm>
          <a:prstGeom prst="ellipse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03920" y="5715000"/>
            <a:ext cx="274320" cy="2743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274320" cy="548640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80467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1F5F9"/>
                </a:solidFill>
              </a:defRPr>
            </a:pPr>
            <a:r>
              <a:t>Thank You!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endParaRPr/>
          </a:p>
          <a:p>
            <a:pPr>
              <a:defRPr sz="1800">
                <a:solidFill>
                  <a:srgbClr val="F1F5F9"/>
                </a:solidFill>
              </a:defRPr>
            </a:pPr>
            <a:r>
              <a:t>Any 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Slide 20</a:t>
            </a:r>
          </a:p>
        </p:txBody>
      </p:sp>
      <p:sp>
        <p:nvSpPr>
          <p:cNvPr id="8" name="Oval 7"/>
          <p:cNvSpPr/>
          <p:nvPr/>
        </p:nvSpPr>
        <p:spPr>
          <a:xfrm>
            <a:off x="8046720" y="5394960"/>
            <a:ext cx="457200" cy="457200"/>
          </a:xfrm>
          <a:prstGeom prst="ellipse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03920" y="5715000"/>
            <a:ext cx="274320" cy="2743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Shiva Vyash</cp:lastModifiedBy>
  <cp:revision>2</cp:revision>
  <dcterms:created xsi:type="dcterms:W3CDTF">2013-01-27T09:14:16Z</dcterms:created>
  <dcterms:modified xsi:type="dcterms:W3CDTF">2026-05-28T04:10:49Z</dcterms:modified>
  <cp:category/>
</cp:coreProperties>
</file>